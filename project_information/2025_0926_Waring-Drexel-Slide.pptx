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660" r:id="rId5"/>
  </p:sldMasterIdLst>
  <p:notesMasterIdLst>
    <p:notesMasterId r:id="rId7"/>
  </p:notesMasterIdLst>
  <p:sldIdLst>
    <p:sldId id="349" r:id="rId6"/>
  </p:sldIdLst>
  <p:sldSz cx="12192000" cy="6858000"/>
  <p:notesSz cx="6858000" cy="9144000"/>
  <p:embeddedFontLst>
    <p:embeddedFont>
      <p:font typeface="Aptos Narrow" panose="020B0004020202020204" pitchFamily="34" charset="0"/>
      <p:regular r:id="rId8"/>
      <p:bold r:id="rId9"/>
      <p:italic r:id="rId10"/>
      <p:boldItalic r:id="rId11"/>
    </p:embeddedFont>
    <p:embeddedFont>
      <p:font typeface="Futura Std Condensed" panose="020B0502020204020303" pitchFamily="34" charset="77"/>
      <p:regular r:id="rId12"/>
      <p:bold r:id="rId13"/>
      <p:italic r:id="rId14"/>
      <p:boldItalic r:id="rId15"/>
    </p:embeddedFont>
    <p:embeddedFont>
      <p:font typeface="Georgia" panose="02040502050405020303" pitchFamily="18" charset="0"/>
      <p:regular r:id="rId16"/>
      <p:bold r:id="rId17"/>
      <p:italic r:id="rId18"/>
      <p:bold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iller Text" panose="020F0502020204030204" pitchFamily="34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  <p:embeddedFont>
      <p:font typeface="Segoe UI Semibold" panose="020B0502040204020203" pitchFamily="34" charset="0"/>
      <p:regular r:id="rId32"/>
      <p:bold r:id="rId33"/>
      <p:italic r:id="rId34"/>
      <p:boldItalic r:id="rId35"/>
    </p:embeddedFont>
    <p:embeddedFont>
      <p:font typeface="Segoe UI Semilight" panose="020B0402040204020203" pitchFamily="34" charset="0"/>
      <p:regular r:id="rId36"/>
      <p: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16F"/>
    <a:srgbClr val="FFC600"/>
    <a:srgbClr val="07297B"/>
    <a:srgbClr val="07294D"/>
    <a:srgbClr val="28417B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30"/>
    <p:restoredTop sz="85976"/>
  </p:normalViewPr>
  <p:slideViewPr>
    <p:cSldViewPr snapToGrid="0">
      <p:cViewPr varScale="1">
        <p:scale>
          <a:sx n="133" d="100"/>
          <a:sy n="133" d="100"/>
        </p:scale>
        <p:origin x="24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font" Target="fonts/font19.fntdata"/><Relationship Id="rId39" Type="http://schemas.openxmlformats.org/officeDocument/2006/relationships/viewProps" Target="viewProps.xml"/><Relationship Id="rId21" Type="http://schemas.openxmlformats.org/officeDocument/2006/relationships/font" Target="fonts/font14.fntdata"/><Relationship Id="rId34" Type="http://schemas.openxmlformats.org/officeDocument/2006/relationships/font" Target="fonts/font27.fntdata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font" Target="fonts/font22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32" Type="http://schemas.openxmlformats.org/officeDocument/2006/relationships/font" Target="fonts/font25.fntdata"/><Relationship Id="rId37" Type="http://schemas.openxmlformats.org/officeDocument/2006/relationships/font" Target="fonts/font30.fntdata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font" Target="fonts/font21.fntdata"/><Relationship Id="rId36" Type="http://schemas.openxmlformats.org/officeDocument/2006/relationships/font" Target="fonts/font29.fnt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openxmlformats.org/officeDocument/2006/relationships/font" Target="fonts/font2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font" Target="fonts/font20.fntdata"/><Relationship Id="rId30" Type="http://schemas.openxmlformats.org/officeDocument/2006/relationships/font" Target="fonts/font23.fntdata"/><Relationship Id="rId35" Type="http://schemas.openxmlformats.org/officeDocument/2006/relationships/font" Target="fonts/font28.fntdata"/><Relationship Id="rId8" Type="http://schemas.openxmlformats.org/officeDocument/2006/relationships/font" Target="fonts/font1.fntdata"/><Relationship Id="rId3" Type="http://schemas.openxmlformats.org/officeDocument/2006/relationships/customXml" Target="../customXml/item3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33" Type="http://schemas.openxmlformats.org/officeDocument/2006/relationships/font" Target="fonts/font26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1CAB0-1AF7-A54B-B5B4-05552798A09B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B40AB1-9873-6547-B8D9-8E0B9BC1E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2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40AB1-9873-6547-B8D9-8E0B9BC1EA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07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partment Title Slide">
    <p:bg>
      <p:bgPr>
        <a:gradFill flip="none" rotWithShape="1">
          <a:gsLst>
            <a:gs pos="0">
              <a:srgbClr val="00416F"/>
            </a:gs>
            <a:gs pos="100000">
              <a:srgbClr val="07294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5AC7C3C-D1E5-4134-B601-724BEB46F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9080013">
            <a:off x="4423326" y="3263386"/>
            <a:ext cx="9228093" cy="31922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409953-FC0F-B647-8CC9-2078C95FEE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80975" y="882967"/>
            <a:ext cx="10424160" cy="2387600"/>
          </a:xfrm>
          <a:prstGeom prst="rect">
            <a:avLst/>
          </a:prstGeom>
        </p:spPr>
        <p:txBody>
          <a:bodyPr anchor="b"/>
          <a:lstStyle>
            <a:lvl1pPr algn="l">
              <a:defRPr sz="6000" b="1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24A87-7AD3-124A-976B-93E7646C8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0975" y="342900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43EE65-50AD-6B45-9325-B28FB40F1A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0433" y="5735637"/>
            <a:ext cx="3086100" cy="8382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610A90D-A4EA-9E48-BA7F-1A522EF7BBC4}"/>
              </a:ext>
            </a:extLst>
          </p:cNvPr>
          <p:cNvSpPr/>
          <p:nvPr userDrawn="1"/>
        </p:nvSpPr>
        <p:spPr>
          <a:xfrm>
            <a:off x="12019722" y="6435236"/>
            <a:ext cx="27432" cy="207352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793516-0D9E-7F4A-9048-2BB02E2D7B6F}"/>
              </a:ext>
            </a:extLst>
          </p:cNvPr>
          <p:cNvSpPr/>
          <p:nvPr userDrawn="1"/>
        </p:nvSpPr>
        <p:spPr>
          <a:xfrm>
            <a:off x="0" y="0"/>
            <a:ext cx="447040" cy="68580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8150F9-43C3-7F4A-9583-57B4D982C02F}"/>
              </a:ext>
            </a:extLst>
          </p:cNvPr>
          <p:cNvSpPr/>
          <p:nvPr userDrawn="1"/>
        </p:nvSpPr>
        <p:spPr>
          <a:xfrm>
            <a:off x="-111760" y="-50800"/>
            <a:ext cx="558800" cy="7040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96B89A-07F0-544D-872E-8AEFC4B1B0F1}"/>
              </a:ext>
            </a:extLst>
          </p:cNvPr>
          <p:cNvSpPr/>
          <p:nvPr userDrawn="1"/>
        </p:nvSpPr>
        <p:spPr>
          <a:xfrm>
            <a:off x="-111760" y="-50800"/>
            <a:ext cx="12440920" cy="5486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06381A-2B68-42AA-B4C1-84EB71A5C329}"/>
              </a:ext>
            </a:extLst>
          </p:cNvPr>
          <p:cNvSpPr/>
          <p:nvPr userDrawn="1"/>
        </p:nvSpPr>
        <p:spPr>
          <a:xfrm>
            <a:off x="12019722" y="6333636"/>
            <a:ext cx="27432" cy="207352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CDFF4B58-0CE8-41C0-8751-39342201E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2675" y="6254750"/>
            <a:ext cx="5667048" cy="387838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latin typeface="Segoe UI Semibold" panose="020B0702040204020203" pitchFamily="34" charset="0"/>
                <a:cs typeface="Segoe UI Semibold" panose="020B0702040204020203" pitchFamily="34" charset="0"/>
              </a:defRPr>
            </a:lvl2pPr>
            <a:lvl3pPr>
              <a:defRPr sz="1100">
                <a:latin typeface="Segoe UI Semibold" panose="020B0702040204020203" pitchFamily="34" charset="0"/>
                <a:cs typeface="Segoe UI Semibold" panose="020B0702040204020203" pitchFamily="34" charset="0"/>
              </a:defRPr>
            </a:lvl3pPr>
            <a:lvl4pPr>
              <a:defRPr sz="1050">
                <a:latin typeface="Segoe UI Semibold" panose="020B0702040204020203" pitchFamily="34" charset="0"/>
                <a:cs typeface="Segoe UI Semibold" panose="020B0702040204020203" pitchFamily="34" charset="0"/>
              </a:defRPr>
            </a:lvl4pPr>
            <a:lvl5pPr>
              <a:defRPr sz="1050">
                <a:latin typeface="Segoe UI Semibold" panose="020B0702040204020203" pitchFamily="34" charset="0"/>
                <a:cs typeface="Segoe UI Semibold" panose="020B0702040204020203" pitchFamily="34" charset="0"/>
              </a:defRPr>
            </a:lvl5pPr>
          </a:lstStyle>
          <a:p>
            <a:pPr lvl="0"/>
            <a:r>
              <a:rPr lang="en-US"/>
              <a:t>Department Name Goes Here</a:t>
            </a:r>
          </a:p>
        </p:txBody>
      </p:sp>
    </p:spTree>
    <p:extLst>
      <p:ext uri="{BB962C8B-B14F-4D97-AF65-F5344CB8AC3E}">
        <p14:creationId xmlns:p14="http://schemas.microsoft.com/office/powerpoint/2010/main" val="2640695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partment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5AC7C3C-D1E5-4134-B601-724BEB46F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9080013">
            <a:off x="4423326" y="3263386"/>
            <a:ext cx="9228093" cy="31922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409953-FC0F-B647-8CC9-2078C95FEE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80975" y="882967"/>
            <a:ext cx="10424160" cy="2387600"/>
          </a:xfrm>
          <a:prstGeom prst="rect">
            <a:avLst/>
          </a:prstGeom>
        </p:spPr>
        <p:txBody>
          <a:bodyPr anchor="b"/>
          <a:lstStyle>
            <a:lvl1pPr algn="l">
              <a:defRPr sz="6000" b="1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24A87-7AD3-124A-976B-93E7646C8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0975" y="342900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rgbClr val="07297B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10A90D-A4EA-9E48-BA7F-1A522EF7BBC4}"/>
              </a:ext>
            </a:extLst>
          </p:cNvPr>
          <p:cNvSpPr/>
          <p:nvPr userDrawn="1"/>
        </p:nvSpPr>
        <p:spPr>
          <a:xfrm>
            <a:off x="12019722" y="6435236"/>
            <a:ext cx="27432" cy="207352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793516-0D9E-7F4A-9048-2BB02E2D7B6F}"/>
              </a:ext>
            </a:extLst>
          </p:cNvPr>
          <p:cNvSpPr/>
          <p:nvPr userDrawn="1"/>
        </p:nvSpPr>
        <p:spPr>
          <a:xfrm>
            <a:off x="0" y="0"/>
            <a:ext cx="447040" cy="68580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96B89A-07F0-544D-872E-8AEFC4B1B0F1}"/>
              </a:ext>
            </a:extLst>
          </p:cNvPr>
          <p:cNvSpPr/>
          <p:nvPr userDrawn="1"/>
        </p:nvSpPr>
        <p:spPr>
          <a:xfrm>
            <a:off x="-111760" y="-50800"/>
            <a:ext cx="12440920" cy="548640"/>
          </a:xfrm>
          <a:prstGeom prst="rect">
            <a:avLst/>
          </a:prstGeom>
          <a:noFill/>
          <a:ln>
            <a:solidFill>
              <a:srgbClr val="0041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06381A-2B68-42AA-B4C1-84EB71A5C329}"/>
              </a:ext>
            </a:extLst>
          </p:cNvPr>
          <p:cNvSpPr/>
          <p:nvPr userDrawn="1"/>
        </p:nvSpPr>
        <p:spPr>
          <a:xfrm>
            <a:off x="12019722" y="6333636"/>
            <a:ext cx="27432" cy="207352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CDFF4B58-0CE8-41C0-8751-39342201E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2675" y="6254750"/>
            <a:ext cx="5667048" cy="387838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1400">
                <a:solidFill>
                  <a:srgbClr val="0729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latin typeface="Segoe UI Semibold" panose="020B0702040204020203" pitchFamily="34" charset="0"/>
                <a:cs typeface="Segoe UI Semibold" panose="020B0702040204020203" pitchFamily="34" charset="0"/>
              </a:defRPr>
            </a:lvl2pPr>
            <a:lvl3pPr>
              <a:defRPr sz="1100">
                <a:latin typeface="Segoe UI Semibold" panose="020B0702040204020203" pitchFamily="34" charset="0"/>
                <a:cs typeface="Segoe UI Semibold" panose="020B0702040204020203" pitchFamily="34" charset="0"/>
              </a:defRPr>
            </a:lvl3pPr>
            <a:lvl4pPr>
              <a:defRPr sz="1050">
                <a:latin typeface="Segoe UI Semibold" panose="020B0702040204020203" pitchFamily="34" charset="0"/>
                <a:cs typeface="Segoe UI Semibold" panose="020B0702040204020203" pitchFamily="34" charset="0"/>
              </a:defRPr>
            </a:lvl4pPr>
            <a:lvl5pPr>
              <a:defRPr sz="1050">
                <a:latin typeface="Segoe UI Semibold" panose="020B0702040204020203" pitchFamily="34" charset="0"/>
                <a:cs typeface="Segoe UI Semibold" panose="020B0702040204020203" pitchFamily="34" charset="0"/>
              </a:defRPr>
            </a:lvl5pPr>
          </a:lstStyle>
          <a:p>
            <a:pPr lvl="0"/>
            <a:r>
              <a:rPr lang="en-US"/>
              <a:t>Department Name Goes Here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6126E21-EC2C-4614-AC0A-78B0B3F510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7950" y="5729790"/>
            <a:ext cx="3360755" cy="91279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58150F9-43C3-7F4A-9583-57B4D982C02F}"/>
              </a:ext>
            </a:extLst>
          </p:cNvPr>
          <p:cNvSpPr/>
          <p:nvPr userDrawn="1"/>
        </p:nvSpPr>
        <p:spPr>
          <a:xfrm>
            <a:off x="-111760" y="-50800"/>
            <a:ext cx="558800" cy="7040880"/>
          </a:xfrm>
          <a:prstGeom prst="rect">
            <a:avLst/>
          </a:prstGeom>
          <a:noFill/>
          <a:ln>
            <a:solidFill>
              <a:srgbClr val="0041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47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partment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610A90D-A4EA-9E48-BA7F-1A522EF7BBC4}"/>
              </a:ext>
            </a:extLst>
          </p:cNvPr>
          <p:cNvSpPr/>
          <p:nvPr userDrawn="1"/>
        </p:nvSpPr>
        <p:spPr>
          <a:xfrm>
            <a:off x="12019722" y="6435236"/>
            <a:ext cx="27432" cy="207352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793516-0D9E-7F4A-9048-2BB02E2D7B6F}"/>
              </a:ext>
            </a:extLst>
          </p:cNvPr>
          <p:cNvSpPr/>
          <p:nvPr userDrawn="1"/>
        </p:nvSpPr>
        <p:spPr>
          <a:xfrm>
            <a:off x="0" y="0"/>
            <a:ext cx="447040" cy="68580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8150F9-43C3-7F4A-9583-57B4D982C02F}"/>
              </a:ext>
            </a:extLst>
          </p:cNvPr>
          <p:cNvSpPr/>
          <p:nvPr userDrawn="1"/>
        </p:nvSpPr>
        <p:spPr>
          <a:xfrm>
            <a:off x="-111760" y="-50800"/>
            <a:ext cx="558800" cy="7040880"/>
          </a:xfrm>
          <a:prstGeom prst="rect">
            <a:avLst/>
          </a:prstGeom>
          <a:noFill/>
          <a:ln>
            <a:solidFill>
              <a:srgbClr val="0041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96B89A-07F0-544D-872E-8AEFC4B1B0F1}"/>
              </a:ext>
            </a:extLst>
          </p:cNvPr>
          <p:cNvSpPr/>
          <p:nvPr userDrawn="1"/>
        </p:nvSpPr>
        <p:spPr>
          <a:xfrm>
            <a:off x="-111760" y="-50800"/>
            <a:ext cx="12440920" cy="548640"/>
          </a:xfrm>
          <a:prstGeom prst="rect">
            <a:avLst/>
          </a:prstGeom>
          <a:noFill/>
          <a:ln>
            <a:solidFill>
              <a:srgbClr val="0041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06381A-2B68-42AA-B4C1-84EB71A5C329}"/>
              </a:ext>
            </a:extLst>
          </p:cNvPr>
          <p:cNvSpPr/>
          <p:nvPr userDrawn="1"/>
        </p:nvSpPr>
        <p:spPr>
          <a:xfrm>
            <a:off x="12019722" y="6333636"/>
            <a:ext cx="27432" cy="207352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CDFF4B58-0CE8-41C0-8751-39342201E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2675" y="6254750"/>
            <a:ext cx="5667048" cy="387838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1400">
                <a:solidFill>
                  <a:srgbClr val="0729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latin typeface="Segoe UI Semibold" panose="020B0702040204020203" pitchFamily="34" charset="0"/>
                <a:cs typeface="Segoe UI Semibold" panose="020B0702040204020203" pitchFamily="34" charset="0"/>
              </a:defRPr>
            </a:lvl2pPr>
            <a:lvl3pPr>
              <a:defRPr sz="1100">
                <a:latin typeface="Segoe UI Semibold" panose="020B0702040204020203" pitchFamily="34" charset="0"/>
                <a:cs typeface="Segoe UI Semibold" panose="020B0702040204020203" pitchFamily="34" charset="0"/>
              </a:defRPr>
            </a:lvl3pPr>
            <a:lvl4pPr>
              <a:defRPr sz="1050">
                <a:latin typeface="Segoe UI Semibold" panose="020B0702040204020203" pitchFamily="34" charset="0"/>
                <a:cs typeface="Segoe UI Semibold" panose="020B0702040204020203" pitchFamily="34" charset="0"/>
              </a:defRPr>
            </a:lvl4pPr>
            <a:lvl5pPr>
              <a:defRPr sz="1050">
                <a:latin typeface="Segoe UI Semibold" panose="020B0702040204020203" pitchFamily="34" charset="0"/>
                <a:cs typeface="Segoe UI Semibold" panose="020B0702040204020203" pitchFamily="34" charset="0"/>
              </a:defRPr>
            </a:lvl5pPr>
          </a:lstStyle>
          <a:p>
            <a:pPr lvl="0"/>
            <a:r>
              <a:rPr lang="en-US"/>
              <a:t>Department Name Goes Here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E84EC17-88EC-4E0A-BA89-452AD5DCD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729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FDF3C22-0933-425E-9746-C6194AAC1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B4584ED-4C24-4D3A-BC58-3AC7A1F451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568" y="6230991"/>
            <a:ext cx="1805874" cy="49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25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partment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207CB-FB63-804D-95B6-9A6F4E20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729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A446D-90C2-1E41-8F2B-CCEFA060E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BFA005-81D7-6C4C-889C-7E4D4C2A2AA0}"/>
              </a:ext>
            </a:extLst>
          </p:cNvPr>
          <p:cNvSpPr/>
          <p:nvPr userDrawn="1"/>
        </p:nvSpPr>
        <p:spPr>
          <a:xfrm>
            <a:off x="12019722" y="6435236"/>
            <a:ext cx="27432" cy="207352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7B9658-B823-B94E-B9CC-DDE08928D7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279" y="6230991"/>
            <a:ext cx="1805874" cy="4904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226086-3A59-4E28-9C4D-CAE5A9FF75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8954956">
            <a:off x="6012758" y="2703608"/>
            <a:ext cx="8490731" cy="293720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4B6CC-BAFA-4672-8DC7-57BCBB92A9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4163" y="6383549"/>
            <a:ext cx="4115559" cy="310726"/>
          </a:xfrm>
        </p:spPr>
        <p:txBody>
          <a:bodyPr anchor="ctr" anchorCtr="0">
            <a:spAutoFit/>
          </a:bodyPr>
          <a:lstStyle>
            <a:lvl1pPr marL="0" indent="0" algn="r">
              <a:buNone/>
              <a:defRPr sz="1400">
                <a:solidFill>
                  <a:srgbClr val="28417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latin typeface="Segoe UI Semibold" panose="020B0702040204020203" pitchFamily="34" charset="0"/>
                <a:cs typeface="Segoe UI Semibold" panose="020B0702040204020203" pitchFamily="34" charset="0"/>
              </a:defRPr>
            </a:lvl2pPr>
            <a:lvl3pPr>
              <a:defRPr sz="1100">
                <a:latin typeface="Segoe UI Semibold" panose="020B0702040204020203" pitchFamily="34" charset="0"/>
                <a:cs typeface="Segoe UI Semibold" panose="020B0702040204020203" pitchFamily="34" charset="0"/>
              </a:defRPr>
            </a:lvl3pPr>
            <a:lvl4pPr>
              <a:defRPr sz="1050">
                <a:latin typeface="Segoe UI Semibold" panose="020B0702040204020203" pitchFamily="34" charset="0"/>
                <a:cs typeface="Segoe UI Semibold" panose="020B0702040204020203" pitchFamily="34" charset="0"/>
              </a:defRPr>
            </a:lvl4pPr>
            <a:lvl5pPr>
              <a:defRPr sz="1050">
                <a:latin typeface="Segoe UI Semibold" panose="020B0702040204020203" pitchFamily="34" charset="0"/>
                <a:cs typeface="Segoe UI Semibold" panose="020B0702040204020203" pitchFamily="34" charset="0"/>
              </a:defRPr>
            </a:lvl5pPr>
          </a:lstStyle>
          <a:p>
            <a:pPr lvl="0"/>
            <a:r>
              <a:rPr lang="en-US"/>
              <a:t>Department Name Goes Here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1DE37F-B522-4B03-B3CB-143220552861}"/>
              </a:ext>
            </a:extLst>
          </p:cNvPr>
          <p:cNvSpPr/>
          <p:nvPr userDrawn="1"/>
        </p:nvSpPr>
        <p:spPr>
          <a:xfrm>
            <a:off x="0" y="0"/>
            <a:ext cx="447040" cy="68580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846A43-9924-44C9-8F6D-803780B7F048}"/>
              </a:ext>
            </a:extLst>
          </p:cNvPr>
          <p:cNvSpPr/>
          <p:nvPr userDrawn="1"/>
        </p:nvSpPr>
        <p:spPr>
          <a:xfrm>
            <a:off x="-111760" y="-50800"/>
            <a:ext cx="558800" cy="7040880"/>
          </a:xfrm>
          <a:prstGeom prst="rect">
            <a:avLst/>
          </a:prstGeom>
          <a:noFill/>
          <a:ln>
            <a:solidFill>
              <a:srgbClr val="0041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00D660-23A4-4A86-B82B-B615268C80BA}"/>
              </a:ext>
            </a:extLst>
          </p:cNvPr>
          <p:cNvSpPr/>
          <p:nvPr userDrawn="1"/>
        </p:nvSpPr>
        <p:spPr>
          <a:xfrm>
            <a:off x="-111760" y="-50800"/>
            <a:ext cx="12440920" cy="548640"/>
          </a:xfrm>
          <a:prstGeom prst="rect">
            <a:avLst/>
          </a:prstGeom>
          <a:noFill/>
          <a:ln>
            <a:solidFill>
              <a:srgbClr val="0041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partment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207CB-FB63-804D-95B6-9A6F4E20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729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A446D-90C2-1E41-8F2B-CCEFA060E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BFA005-81D7-6C4C-889C-7E4D4C2A2AA0}"/>
              </a:ext>
            </a:extLst>
          </p:cNvPr>
          <p:cNvSpPr/>
          <p:nvPr userDrawn="1"/>
        </p:nvSpPr>
        <p:spPr>
          <a:xfrm>
            <a:off x="12019722" y="6435236"/>
            <a:ext cx="27432" cy="207352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7B9658-B823-B94E-B9CC-DDE08928D7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274" y="6230991"/>
            <a:ext cx="1805874" cy="49048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4B6CC-BAFA-4672-8DC7-57BCBB92A9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6895" y="6383549"/>
            <a:ext cx="5582827" cy="310726"/>
          </a:xfrm>
        </p:spPr>
        <p:txBody>
          <a:bodyPr wrap="square" anchor="ctr" anchorCtr="0">
            <a:spAutoFit/>
          </a:bodyPr>
          <a:lstStyle>
            <a:lvl1pPr marL="0" indent="0" algn="r">
              <a:buNone/>
              <a:defRPr sz="1400">
                <a:solidFill>
                  <a:srgbClr val="28417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latin typeface="Segoe UI Semibold" panose="020B0702040204020203" pitchFamily="34" charset="0"/>
                <a:cs typeface="Segoe UI Semibold" panose="020B0702040204020203" pitchFamily="34" charset="0"/>
              </a:defRPr>
            </a:lvl2pPr>
            <a:lvl3pPr>
              <a:defRPr sz="1100">
                <a:latin typeface="Segoe UI Semibold" panose="020B0702040204020203" pitchFamily="34" charset="0"/>
                <a:cs typeface="Segoe UI Semibold" panose="020B0702040204020203" pitchFamily="34" charset="0"/>
              </a:defRPr>
            </a:lvl3pPr>
            <a:lvl4pPr>
              <a:defRPr sz="1050">
                <a:latin typeface="Segoe UI Semibold" panose="020B0702040204020203" pitchFamily="34" charset="0"/>
                <a:cs typeface="Segoe UI Semibold" panose="020B0702040204020203" pitchFamily="34" charset="0"/>
              </a:defRPr>
            </a:lvl4pPr>
            <a:lvl5pPr>
              <a:defRPr sz="1050">
                <a:latin typeface="Segoe UI Semibold" panose="020B0702040204020203" pitchFamily="34" charset="0"/>
                <a:cs typeface="Segoe UI Semibold" panose="020B0702040204020203" pitchFamily="34" charset="0"/>
              </a:defRPr>
            </a:lvl5pPr>
          </a:lstStyle>
          <a:p>
            <a:pPr lvl="0"/>
            <a:r>
              <a:rPr lang="en-US"/>
              <a:t>Department Name Goes Here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C10C2A-7B8A-4216-961E-52C079A3418A}"/>
              </a:ext>
            </a:extLst>
          </p:cNvPr>
          <p:cNvGrpSpPr/>
          <p:nvPr userDrawn="1"/>
        </p:nvGrpSpPr>
        <p:grpSpPr>
          <a:xfrm rot="12414913">
            <a:off x="8806548" y="763609"/>
            <a:ext cx="5932831" cy="5116250"/>
            <a:chOff x="8799537" y="-1434852"/>
            <a:chExt cx="4726180" cy="407568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6F73407-2AF7-4B72-8382-A6AE918E19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16010173">
              <a:off x="8649305" y="-1284620"/>
              <a:ext cx="2816845" cy="251638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94E696A-2709-455D-858D-491891B6AB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16010173">
              <a:off x="10859103" y="-25785"/>
              <a:ext cx="2816845" cy="251638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530210-5A0D-4636-8218-D68DC57DC342}"/>
              </a:ext>
            </a:extLst>
          </p:cNvPr>
          <p:cNvGrpSpPr/>
          <p:nvPr userDrawn="1"/>
        </p:nvGrpSpPr>
        <p:grpSpPr>
          <a:xfrm rot="1612026">
            <a:off x="8797196" y="-2730623"/>
            <a:ext cx="5932831" cy="5116250"/>
            <a:chOff x="8799537" y="-1434852"/>
            <a:chExt cx="4726180" cy="407568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DA88158-185D-4C3B-A22C-DFD52F3FFB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16010173">
              <a:off x="8649305" y="-1284620"/>
              <a:ext cx="2816845" cy="2516382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B97CCA1-2A36-4EB0-86DC-2AB751DCF2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16010173">
              <a:off x="10859103" y="-25785"/>
              <a:ext cx="2816845" cy="2516382"/>
            </a:xfrm>
            <a:prstGeom prst="rect">
              <a:avLst/>
            </a:prstGeom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4CF3FAC-E00E-4576-BAB0-46D4241ECC4E}"/>
              </a:ext>
            </a:extLst>
          </p:cNvPr>
          <p:cNvSpPr/>
          <p:nvPr userDrawn="1"/>
        </p:nvSpPr>
        <p:spPr>
          <a:xfrm>
            <a:off x="0" y="0"/>
            <a:ext cx="447040" cy="68580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F14948-8C27-48A1-959E-DD8DA3582655}"/>
              </a:ext>
            </a:extLst>
          </p:cNvPr>
          <p:cNvSpPr/>
          <p:nvPr userDrawn="1"/>
        </p:nvSpPr>
        <p:spPr>
          <a:xfrm>
            <a:off x="-111760" y="-50800"/>
            <a:ext cx="558800" cy="7040880"/>
          </a:xfrm>
          <a:prstGeom prst="rect">
            <a:avLst/>
          </a:prstGeom>
          <a:noFill/>
          <a:ln>
            <a:solidFill>
              <a:srgbClr val="0041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9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partmen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964813E-6263-4AA8-8D56-0A727D93ED8F}"/>
              </a:ext>
            </a:extLst>
          </p:cNvPr>
          <p:cNvGrpSpPr/>
          <p:nvPr userDrawn="1"/>
        </p:nvGrpSpPr>
        <p:grpSpPr>
          <a:xfrm rot="8160671">
            <a:off x="6448233" y="375584"/>
            <a:ext cx="10795322" cy="4425505"/>
            <a:chOff x="3909039" y="1574545"/>
            <a:chExt cx="11770156" cy="482513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086FEF4-323D-4B83-8D18-A024228224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rot="18954956">
              <a:off x="4957646" y="2690771"/>
              <a:ext cx="10721549" cy="370890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2689B27-6737-465D-A5CE-684AB61790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rot="18954956">
              <a:off x="3909039" y="1574545"/>
              <a:ext cx="10721549" cy="370890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D207CB-FB63-804D-95B6-9A6F4E20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729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A446D-90C2-1E41-8F2B-CCEFA060E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018" y="1825625"/>
            <a:ext cx="6624782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10000"/>
              </a:lnSpc>
              <a:defRPr sz="2400">
                <a:latin typeface="Georgia" panose="02040502050405020303" pitchFamily="18" charset="0"/>
              </a:defRPr>
            </a:lvl1pPr>
            <a:lvl2pPr>
              <a:lnSpc>
                <a:spcPct val="110000"/>
              </a:lnSpc>
              <a:defRPr sz="2000">
                <a:latin typeface="Georgia" panose="02040502050405020303" pitchFamily="18" charset="0"/>
              </a:defRPr>
            </a:lvl2pPr>
            <a:lvl3pPr>
              <a:lnSpc>
                <a:spcPct val="110000"/>
              </a:lnSpc>
              <a:defRPr sz="1800">
                <a:latin typeface="Georgia" panose="02040502050405020303" pitchFamily="18" charset="0"/>
              </a:defRPr>
            </a:lvl3pPr>
            <a:lvl4pPr>
              <a:lnSpc>
                <a:spcPct val="110000"/>
              </a:lnSpc>
              <a:defRPr sz="1600">
                <a:latin typeface="Georgia" panose="02040502050405020303" pitchFamily="18" charset="0"/>
              </a:defRPr>
            </a:lvl4pPr>
            <a:lvl5pPr>
              <a:lnSpc>
                <a:spcPct val="110000"/>
              </a:lnSpc>
              <a:defRPr sz="1600"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BFA005-81D7-6C4C-889C-7E4D4C2A2AA0}"/>
              </a:ext>
            </a:extLst>
          </p:cNvPr>
          <p:cNvSpPr/>
          <p:nvPr userDrawn="1"/>
        </p:nvSpPr>
        <p:spPr>
          <a:xfrm>
            <a:off x="12019722" y="6435236"/>
            <a:ext cx="27432" cy="207352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7B9658-B823-B94E-B9CC-DDE08928D7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190" y="6230991"/>
            <a:ext cx="1805874" cy="49048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4B6CC-BAFA-4672-8DC7-57BCBB92A9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4163" y="6356350"/>
            <a:ext cx="4115559" cy="365125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1400">
                <a:solidFill>
                  <a:srgbClr val="28417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latin typeface="Segoe UI Semibold" panose="020B0702040204020203" pitchFamily="34" charset="0"/>
                <a:cs typeface="Segoe UI Semibold" panose="020B0702040204020203" pitchFamily="34" charset="0"/>
              </a:defRPr>
            </a:lvl2pPr>
            <a:lvl3pPr>
              <a:defRPr sz="1100">
                <a:latin typeface="Segoe UI Semibold" panose="020B0702040204020203" pitchFamily="34" charset="0"/>
                <a:cs typeface="Segoe UI Semibold" panose="020B0702040204020203" pitchFamily="34" charset="0"/>
              </a:defRPr>
            </a:lvl3pPr>
            <a:lvl4pPr>
              <a:defRPr sz="1050">
                <a:latin typeface="Segoe UI Semibold" panose="020B0702040204020203" pitchFamily="34" charset="0"/>
                <a:cs typeface="Segoe UI Semibold" panose="020B0702040204020203" pitchFamily="34" charset="0"/>
              </a:defRPr>
            </a:lvl4pPr>
            <a:lvl5pPr>
              <a:defRPr sz="1050">
                <a:latin typeface="Segoe UI Semibold" panose="020B0702040204020203" pitchFamily="34" charset="0"/>
                <a:cs typeface="Segoe UI Semibold" panose="020B0702040204020203" pitchFamily="34" charset="0"/>
              </a:defRPr>
            </a:lvl5pPr>
          </a:lstStyle>
          <a:p>
            <a:pPr lvl="0"/>
            <a:r>
              <a:rPr lang="en-US"/>
              <a:t>Department Name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99515C-922C-4AFC-B589-7395A3F403C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200" y="1825625"/>
            <a:ext cx="3743325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Image or other content goes here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931707-9C74-456F-9154-7B632F9D33B5}"/>
              </a:ext>
            </a:extLst>
          </p:cNvPr>
          <p:cNvSpPr/>
          <p:nvPr userDrawn="1"/>
        </p:nvSpPr>
        <p:spPr>
          <a:xfrm>
            <a:off x="0" y="0"/>
            <a:ext cx="447040" cy="68580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8618D0-E7EA-421E-A150-8D6D016D074C}"/>
              </a:ext>
            </a:extLst>
          </p:cNvPr>
          <p:cNvSpPr/>
          <p:nvPr userDrawn="1"/>
        </p:nvSpPr>
        <p:spPr>
          <a:xfrm>
            <a:off x="-111760" y="-50800"/>
            <a:ext cx="558800" cy="7040880"/>
          </a:xfrm>
          <a:prstGeom prst="rect">
            <a:avLst/>
          </a:prstGeom>
          <a:noFill/>
          <a:ln>
            <a:solidFill>
              <a:srgbClr val="0041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4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partment Ev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19599DB-1E0A-458A-8D6E-D3C6F872AE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l="19833" t="38090" r="154"/>
          <a:stretch/>
        </p:blipFill>
        <p:spPr>
          <a:xfrm rot="5400000">
            <a:off x="7686922" y="2628962"/>
            <a:ext cx="7103020" cy="18712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D207CB-FB63-804D-95B6-9A6F4E20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7297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A446D-90C2-1E41-8F2B-CCEFA060E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018" y="1825625"/>
            <a:ext cx="6624782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10000"/>
              </a:lnSpc>
              <a:defRPr sz="2400">
                <a:latin typeface="Georgia" panose="02040502050405020303" pitchFamily="18" charset="0"/>
              </a:defRPr>
            </a:lvl1pPr>
            <a:lvl2pPr>
              <a:lnSpc>
                <a:spcPct val="110000"/>
              </a:lnSpc>
              <a:defRPr sz="2000">
                <a:latin typeface="Georgia" panose="02040502050405020303" pitchFamily="18" charset="0"/>
              </a:defRPr>
            </a:lvl2pPr>
            <a:lvl3pPr>
              <a:lnSpc>
                <a:spcPct val="110000"/>
              </a:lnSpc>
              <a:defRPr sz="1800">
                <a:latin typeface="Georgia" panose="02040502050405020303" pitchFamily="18" charset="0"/>
              </a:defRPr>
            </a:lvl3pPr>
            <a:lvl4pPr>
              <a:lnSpc>
                <a:spcPct val="110000"/>
              </a:lnSpc>
              <a:defRPr sz="1600">
                <a:latin typeface="Georgia" panose="02040502050405020303" pitchFamily="18" charset="0"/>
              </a:defRPr>
            </a:lvl4pPr>
            <a:lvl5pPr>
              <a:lnSpc>
                <a:spcPct val="110000"/>
              </a:lnSpc>
              <a:defRPr sz="1600"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BFA005-81D7-6C4C-889C-7E4D4C2A2AA0}"/>
              </a:ext>
            </a:extLst>
          </p:cNvPr>
          <p:cNvSpPr/>
          <p:nvPr userDrawn="1"/>
        </p:nvSpPr>
        <p:spPr>
          <a:xfrm>
            <a:off x="12019722" y="6435236"/>
            <a:ext cx="27432" cy="207352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7B9658-B823-B94E-B9CC-DDE08928D7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317" y="6230991"/>
            <a:ext cx="1805874" cy="49048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4B6CC-BAFA-4672-8DC7-57BCBB92A9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0085" y="6403271"/>
            <a:ext cx="6409637" cy="310726"/>
          </a:xfrm>
        </p:spPr>
        <p:txBody>
          <a:bodyPr wrap="square" anchor="ctr" anchorCtr="0">
            <a:spAutoFit/>
          </a:bodyPr>
          <a:lstStyle>
            <a:lvl1pPr marL="0" indent="0" algn="r">
              <a:buNone/>
              <a:defRPr sz="1400">
                <a:solidFill>
                  <a:srgbClr val="28417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>
                <a:latin typeface="Segoe UI Semibold" panose="020B0702040204020203" pitchFamily="34" charset="0"/>
                <a:cs typeface="Segoe UI Semibold" panose="020B0702040204020203" pitchFamily="34" charset="0"/>
              </a:defRPr>
            </a:lvl2pPr>
            <a:lvl3pPr>
              <a:defRPr sz="1100">
                <a:latin typeface="Segoe UI Semibold" panose="020B0702040204020203" pitchFamily="34" charset="0"/>
                <a:cs typeface="Segoe UI Semibold" panose="020B0702040204020203" pitchFamily="34" charset="0"/>
              </a:defRPr>
            </a:lvl3pPr>
            <a:lvl4pPr>
              <a:defRPr sz="1050">
                <a:latin typeface="Segoe UI Semibold" panose="020B0702040204020203" pitchFamily="34" charset="0"/>
                <a:cs typeface="Segoe UI Semibold" panose="020B0702040204020203" pitchFamily="34" charset="0"/>
              </a:defRPr>
            </a:lvl4pPr>
            <a:lvl5pPr>
              <a:defRPr sz="1050">
                <a:latin typeface="Segoe UI Semibold" panose="020B0702040204020203" pitchFamily="34" charset="0"/>
                <a:cs typeface="Segoe UI Semibold" panose="020B0702040204020203" pitchFamily="34" charset="0"/>
              </a:defRPr>
            </a:lvl5pPr>
          </a:lstStyle>
          <a:p>
            <a:pPr lvl="0"/>
            <a:r>
              <a:rPr lang="en-US"/>
              <a:t>Department Name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99515C-922C-4AFC-B589-7395A3F403C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99" y="1825625"/>
            <a:ext cx="3743325" cy="27223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Image or other content goes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2ADD4C-A181-45CD-8395-B1DD6D1E115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6168" y="4675567"/>
            <a:ext cx="3743325" cy="16601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B79B98-E3B5-4EF6-9939-2F8E07676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4932363"/>
            <a:ext cx="3743325" cy="1078587"/>
          </a:xfrm>
          <a:solidFill>
            <a:srgbClr val="FFC600">
              <a:alpha val="34118"/>
            </a:srgbClr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800">
                <a:solidFill>
                  <a:srgbClr val="00416F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E2BE84-E532-40CB-B9CD-4339F108B5D0}"/>
              </a:ext>
            </a:extLst>
          </p:cNvPr>
          <p:cNvSpPr/>
          <p:nvPr userDrawn="1"/>
        </p:nvSpPr>
        <p:spPr>
          <a:xfrm>
            <a:off x="0" y="0"/>
            <a:ext cx="447040" cy="68580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2DD89D-ACD0-4CFA-9ADC-5014EE79CB32}"/>
              </a:ext>
            </a:extLst>
          </p:cNvPr>
          <p:cNvSpPr/>
          <p:nvPr userDrawn="1"/>
        </p:nvSpPr>
        <p:spPr>
          <a:xfrm>
            <a:off x="-111760" y="-50800"/>
            <a:ext cx="558800" cy="7040880"/>
          </a:xfrm>
          <a:prstGeom prst="rect">
            <a:avLst/>
          </a:prstGeom>
          <a:noFill/>
          <a:ln>
            <a:solidFill>
              <a:srgbClr val="0041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8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38DD-F447-9844-860E-ED6644B2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1404D-590E-CF48-8B34-3758A09E3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C4B97-7C53-7145-BED0-2A2E1624E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848571D-53FF-424A-9106-F1E9CD171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50592" y="6356350"/>
            <a:ext cx="7479792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86B2695-47CA-4343-AC6D-A9F70CFBFEE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809AAF-F9F4-4733-B3E2-B7BDEE117C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38090" r="15706"/>
          <a:stretch/>
        </p:blipFill>
        <p:spPr>
          <a:xfrm>
            <a:off x="4708965" y="0"/>
            <a:ext cx="7483035" cy="187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4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DFD3B-6A9A-5A43-892D-7ADC94AF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A5D55-7527-5B49-9019-DF26D6980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5E7F-A237-4841-9A68-CB731C93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86B2695-47CA-4343-AC6D-A9F70CFBFEE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B632FB7-AD08-480D-834C-FD3AB1260AA4}"/>
              </a:ext>
            </a:extLst>
          </p:cNvPr>
          <p:cNvGrpSpPr/>
          <p:nvPr userDrawn="1"/>
        </p:nvGrpSpPr>
        <p:grpSpPr>
          <a:xfrm rot="14367470">
            <a:off x="-2680399" y="-1421866"/>
            <a:ext cx="4726180" cy="4075680"/>
            <a:chOff x="8799537" y="-1434852"/>
            <a:chExt cx="4726180" cy="407568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A42B259-FF03-4B08-A658-F8CB01EEEF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rot="16010173">
              <a:off x="8649305" y="-1284620"/>
              <a:ext cx="2816845" cy="251638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906DA2E-5719-4298-ADE1-59312D3A5F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rot="16010173">
              <a:off x="10859103" y="-25785"/>
              <a:ext cx="2816845" cy="2516382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F1CBC9F-6D8D-4BBF-8B8C-6E238D3ABC03}"/>
              </a:ext>
            </a:extLst>
          </p:cNvPr>
          <p:cNvGrpSpPr/>
          <p:nvPr userDrawn="1"/>
        </p:nvGrpSpPr>
        <p:grpSpPr>
          <a:xfrm rot="14367470">
            <a:off x="-2597499" y="3651877"/>
            <a:ext cx="4726180" cy="4075680"/>
            <a:chOff x="8799537" y="-1434852"/>
            <a:chExt cx="4726180" cy="407568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28DEB15-2C59-4173-A6C9-2570AE8685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rot="16010173">
              <a:off x="8649305" y="-1284620"/>
              <a:ext cx="2816845" cy="251638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9CCDE6B-9680-45C5-8106-DE56972ED7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rot="16010173">
              <a:off x="10859103" y="-25785"/>
              <a:ext cx="2816845" cy="2516382"/>
            </a:xfrm>
            <a:prstGeom prst="rect">
              <a:avLst/>
            </a:prstGeom>
          </p:spPr>
        </p:pic>
      </p:grp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BEDEE306-1F86-4B40-B6CC-0127FDFE5C05}"/>
              </a:ext>
            </a:extLst>
          </p:cNvPr>
          <p:cNvSpPr txBox="1">
            <a:spLocks/>
          </p:cNvSpPr>
          <p:nvPr userDrawn="1"/>
        </p:nvSpPr>
        <p:spPr>
          <a:xfrm>
            <a:off x="790492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07294D"/>
                </a:solidFill>
                <a:latin typeface="Futura Std Medium" panose="020B05020202040203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i="0" err="1">
                <a:latin typeface="Arial" panose="020B0604020202020204" pitchFamily="34" charset="0"/>
                <a:cs typeface="Arial" panose="020B0604020202020204" pitchFamily="34" charset="0"/>
              </a:rPr>
              <a:t>www.drexel.edu</a:t>
            </a:r>
            <a:r>
              <a:rPr lang="en-US" b="0" i="0">
                <a:latin typeface="Arial" panose="020B0604020202020204" pitchFamily="34" charset="0"/>
                <a:cs typeface="Arial" panose="020B0604020202020204" pitchFamily="34" charset="0"/>
              </a:rPr>
              <a:t>/engineering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48C627-A2E9-48A6-9894-431A2284AAFE}"/>
              </a:ext>
            </a:extLst>
          </p:cNvPr>
          <p:cNvSpPr/>
          <p:nvPr userDrawn="1"/>
        </p:nvSpPr>
        <p:spPr>
          <a:xfrm>
            <a:off x="12019722" y="6435236"/>
            <a:ext cx="27432" cy="207352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790BAD4-4E87-4722-B8C5-93AB3B4C80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" y="6151479"/>
            <a:ext cx="1805874" cy="49048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591FAC3-D3EB-4A5F-A4CF-7E94D213F78E}"/>
              </a:ext>
            </a:extLst>
          </p:cNvPr>
          <p:cNvSpPr/>
          <p:nvPr userDrawn="1"/>
        </p:nvSpPr>
        <p:spPr>
          <a:xfrm>
            <a:off x="-1432400" y="6870033"/>
            <a:ext cx="13624400" cy="31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77EF83-D351-41F5-AD4A-1D1FE27B332F}"/>
              </a:ext>
            </a:extLst>
          </p:cNvPr>
          <p:cNvSpPr/>
          <p:nvPr userDrawn="1"/>
        </p:nvSpPr>
        <p:spPr>
          <a:xfrm>
            <a:off x="-561474" y="-336883"/>
            <a:ext cx="534972" cy="7482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029EA8-976A-41BC-B8B0-EEFDF7E9DE15}"/>
              </a:ext>
            </a:extLst>
          </p:cNvPr>
          <p:cNvSpPr/>
          <p:nvPr userDrawn="1"/>
        </p:nvSpPr>
        <p:spPr>
          <a:xfrm>
            <a:off x="-1331496" y="-348916"/>
            <a:ext cx="13496063" cy="31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69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F025F-E450-204D-A503-F9887366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50592" y="6356350"/>
            <a:ext cx="7479792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86B2695-47CA-4343-AC6D-A9F70CFBFE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F85EBF-04B4-D941-9EF2-619E6EFCE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16F7D-277A-714B-8BFC-30D16455C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>
              <a:lnSpc>
                <a:spcPct val="110000"/>
              </a:lnSpc>
              <a:defRPr sz="2000"/>
            </a:lvl2pPr>
            <a:lvl3pPr>
              <a:lnSpc>
                <a:spcPct val="110000"/>
              </a:lnSpc>
              <a:defRPr sz="18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6560E-5CDD-4941-AE89-7C8889E41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6441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91413-C68F-1543-B277-5E410096C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7C37-5C7A-2448-909A-8F2F6FF11EB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79417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000" b="0">
                <a:solidFill>
                  <a:srgbClr val="0041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150000"/>
              </a:lnSpc>
              <a:buNone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855EA-A4E4-334A-8A80-1DC93DB5579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79425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buFont typeface="Arial" panose="020B0604020202020204" pitchFamily="34" charset="0"/>
              <a:buNone/>
              <a:defRPr lang="en-US" sz="2000" b="0" i="0" kern="1200" dirty="0" smtClean="0">
                <a:solidFill>
                  <a:srgbClr val="00416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indent="0" algn="l" defTabSz="914400" rtl="0" eaLnBrk="1" latinLnBrk="0" hangingPunct="1">
              <a:lnSpc>
                <a:spcPct val="100000"/>
              </a:lnSpc>
              <a:buFont typeface="Arial" panose="020B0604020202020204" pitchFamily="34" charset="0"/>
              <a:buNone/>
              <a:defRPr lang="en-US" sz="1600" b="0" i="0" kern="1200" dirty="0">
                <a:solidFill>
                  <a:schemeClr val="tx1"/>
                </a:solidFill>
                <a:latin typeface="Miller Text" pitchFamily="2" charset="77"/>
                <a:ea typeface="+mn-ea"/>
                <a:cs typeface="+mn-cs"/>
              </a:defRPr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443366-8260-054A-9BC5-EA74092973EF}"/>
              </a:ext>
            </a:extLst>
          </p:cNvPr>
          <p:cNvSpPr/>
          <p:nvPr userDrawn="1"/>
        </p:nvSpPr>
        <p:spPr>
          <a:xfrm>
            <a:off x="6249" y="0"/>
            <a:ext cx="12192000" cy="436563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EDF7D04D-870B-E747-8151-0997246D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299" y="80963"/>
            <a:ext cx="40607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rgbClr val="FFC600"/>
                </a:solidFill>
                <a:latin typeface="Futura Std Condensed" panose="020B0502020204020303" pitchFamily="34" charset="77"/>
              </a:defRPr>
            </a:lvl1pPr>
          </a:lstStyle>
          <a:p>
            <a:r>
              <a:rPr lang="en-US"/>
              <a:t>DREXEL UNIVERSITY COLLEGE OF ENGINEERING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C978F901-09D9-EB4A-BE91-30838A915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7501" y="80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rgbClr val="FFC6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#</a:t>
            </a:r>
            <a:r>
              <a:rPr lang="en-US" err="1"/>
              <a:t>futuredragons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D2D4CE-BEEF-4C36-948C-5DACF9726D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305050"/>
            <a:ext cx="5143500" cy="3871913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1E7811D-D6E6-4D8E-B3F1-6AC726349F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2200" y="2305050"/>
            <a:ext cx="5143500" cy="3871913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9397DE-F9C8-487A-9BC9-FB911870F0C7}"/>
              </a:ext>
            </a:extLst>
          </p:cNvPr>
          <p:cNvSpPr txBox="1"/>
          <p:nvPr userDrawn="1"/>
        </p:nvSpPr>
        <p:spPr>
          <a:xfrm>
            <a:off x="-1477926" y="1105786"/>
            <a:ext cx="14779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To add a photo behind the content, insert your photo, then Picture Format and Transparency at 60% and then Arrange – send to back.</a:t>
            </a:r>
          </a:p>
        </p:txBody>
      </p:sp>
    </p:spTree>
    <p:extLst>
      <p:ext uri="{BB962C8B-B14F-4D97-AF65-F5344CB8AC3E}">
        <p14:creationId xmlns:p14="http://schemas.microsoft.com/office/powerpoint/2010/main" val="94177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77E51-A4AB-944F-8C05-35DC8C1D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5322" y="457200"/>
            <a:ext cx="3932237" cy="1600200"/>
          </a:xfrm>
        </p:spPr>
        <p:txBody>
          <a:bodyPr anchor="b"/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45C9A-D0F5-C049-AF62-DC16D1573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2246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9A86D-DC69-9444-B061-6B169B34E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45322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DC16F4B-F171-4FBD-A9BB-4D1DE12D3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50592" y="6356350"/>
            <a:ext cx="7479792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86B2695-47CA-4343-AC6D-A9F70CFBFEE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E83CE2-EF29-47D6-810B-0B1D41D427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l="27020" t="38090" r="154"/>
          <a:stretch/>
        </p:blipFill>
        <p:spPr>
          <a:xfrm>
            <a:off x="529388" y="-1"/>
            <a:ext cx="6464993" cy="187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231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_Title Slide">
    <p:bg>
      <p:bgPr>
        <a:gradFill flip="none" rotWithShape="1">
          <a:gsLst>
            <a:gs pos="0">
              <a:srgbClr val="00416F"/>
            </a:gs>
            <a:gs pos="100000">
              <a:srgbClr val="07294D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5AC7C3C-D1E5-4134-B601-724BEB46F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8527798">
            <a:off x="5065350" y="3263386"/>
            <a:ext cx="9228093" cy="31922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409953-FC0F-B647-8CC9-2078C95FEE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80975" y="882967"/>
            <a:ext cx="10424160" cy="2387600"/>
          </a:xfrm>
          <a:prstGeom prst="rect">
            <a:avLst/>
          </a:prstGeom>
        </p:spPr>
        <p:txBody>
          <a:bodyPr anchor="b"/>
          <a:lstStyle>
            <a:lvl1pPr algn="l">
              <a:defRPr sz="6000" b="1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24A87-7AD3-124A-976B-93E7646C8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0975" y="3429000"/>
            <a:ext cx="689640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43EE65-50AD-6B45-9325-B28FB40F1A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0433" y="5735637"/>
            <a:ext cx="3086100" cy="8382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610A90D-A4EA-9E48-BA7F-1A522EF7BBC4}"/>
              </a:ext>
            </a:extLst>
          </p:cNvPr>
          <p:cNvSpPr/>
          <p:nvPr userDrawn="1"/>
        </p:nvSpPr>
        <p:spPr>
          <a:xfrm>
            <a:off x="12019722" y="6435236"/>
            <a:ext cx="27432" cy="207352"/>
          </a:xfrm>
          <a:prstGeom prst="rect">
            <a:avLst/>
          </a:prstGeom>
          <a:solidFill>
            <a:srgbClr val="072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793516-0D9E-7F4A-9048-2BB02E2D7B6F}"/>
              </a:ext>
            </a:extLst>
          </p:cNvPr>
          <p:cNvSpPr/>
          <p:nvPr userDrawn="1"/>
        </p:nvSpPr>
        <p:spPr>
          <a:xfrm>
            <a:off x="0" y="0"/>
            <a:ext cx="447040" cy="68580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8150F9-43C3-7F4A-9583-57B4D982C02F}"/>
              </a:ext>
            </a:extLst>
          </p:cNvPr>
          <p:cNvSpPr/>
          <p:nvPr userDrawn="1"/>
        </p:nvSpPr>
        <p:spPr>
          <a:xfrm>
            <a:off x="-111760" y="-50800"/>
            <a:ext cx="558800" cy="7040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96B89A-07F0-544D-872E-8AEFC4B1B0F1}"/>
              </a:ext>
            </a:extLst>
          </p:cNvPr>
          <p:cNvSpPr/>
          <p:nvPr userDrawn="1"/>
        </p:nvSpPr>
        <p:spPr>
          <a:xfrm>
            <a:off x="-111760" y="-50800"/>
            <a:ext cx="12405360" cy="5486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06381A-2B68-42AA-B4C1-84EB71A5C329}"/>
              </a:ext>
            </a:extLst>
          </p:cNvPr>
          <p:cNvSpPr/>
          <p:nvPr userDrawn="1"/>
        </p:nvSpPr>
        <p:spPr>
          <a:xfrm>
            <a:off x="12019722" y="6333636"/>
            <a:ext cx="27432" cy="207352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FEF55BC6-22F4-464E-BB69-0D7FD295A4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5468" y="6284679"/>
            <a:ext cx="4237038" cy="3349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err="1"/>
              <a:t>drexel.edu</a:t>
            </a:r>
            <a:r>
              <a:rPr lang="en-US"/>
              <a:t>/engineering</a:t>
            </a:r>
          </a:p>
        </p:txBody>
      </p:sp>
    </p:spTree>
    <p:extLst>
      <p:ext uri="{BB962C8B-B14F-4D97-AF65-F5344CB8AC3E}">
        <p14:creationId xmlns:p14="http://schemas.microsoft.com/office/powerpoint/2010/main" val="184309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ege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01061-1765-134C-AB79-E62EFE5E0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A1E78-A5B8-304E-8FDA-090F8A15A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A2FC28-B8D0-4283-AD2E-1E9620D1AA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7618797">
            <a:off x="5555052" y="2806954"/>
            <a:ext cx="9383190" cy="324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65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FA43BDA-5A17-41EE-BB95-7880D6959958}"/>
              </a:ext>
            </a:extLst>
          </p:cNvPr>
          <p:cNvGrpSpPr/>
          <p:nvPr userDrawn="1"/>
        </p:nvGrpSpPr>
        <p:grpSpPr>
          <a:xfrm rot="3325997">
            <a:off x="8237584" y="1148784"/>
            <a:ext cx="6232432" cy="6552018"/>
            <a:chOff x="3810000" y="-815149"/>
            <a:chExt cx="8258556" cy="868203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C4CF2A6-A87D-4930-9D88-0EBBD3323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0" y="1143000"/>
              <a:ext cx="4572000" cy="4572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D0E1E62-E602-4556-A944-3DBF90B00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2846" y="3294888"/>
              <a:ext cx="4572000" cy="45720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2252B6-694F-42DF-B13F-078E76B54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96556" y="-815149"/>
              <a:ext cx="4572000" cy="457200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1448327-BD42-4374-9041-0B8F2F858C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3325997">
            <a:off x="11563998" y="-187496"/>
            <a:ext cx="3450322" cy="34503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CDDB16-34F7-48F9-A40F-CEC30986EBD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3325997">
            <a:off x="14201080" y="-1826912"/>
            <a:ext cx="3450322" cy="34503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955964-002D-49DA-9CC3-3946D14AFD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3325997">
            <a:off x="8738664" y="-1591535"/>
            <a:ext cx="3450322" cy="34503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DFD3B-6A9A-5A43-892D-7ADC94AF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A5D55-7527-5B49-9019-DF26D6980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5E7F-A237-4841-9A68-CB731C93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86B2695-47CA-4343-AC6D-A9F70CFBFE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07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DFD3B-6A9A-5A43-892D-7ADC94AF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A5D55-7527-5B49-9019-DF26D6980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5E7F-A237-4841-9A68-CB731C93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86B2695-47CA-4343-AC6D-A9F70CFBFEE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B632FB7-AD08-480D-834C-FD3AB1260AA4}"/>
              </a:ext>
            </a:extLst>
          </p:cNvPr>
          <p:cNvGrpSpPr/>
          <p:nvPr userDrawn="1"/>
        </p:nvGrpSpPr>
        <p:grpSpPr>
          <a:xfrm rot="14367470">
            <a:off x="-2680399" y="-1421866"/>
            <a:ext cx="4726180" cy="4075680"/>
            <a:chOff x="8799537" y="-1434852"/>
            <a:chExt cx="4726180" cy="407568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A42B259-FF03-4B08-A658-F8CB01EEEF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rot="16010173">
              <a:off x="8649305" y="-1284620"/>
              <a:ext cx="2816845" cy="251638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906DA2E-5719-4298-ADE1-59312D3A5F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rot="16010173">
              <a:off x="10859103" y="-25785"/>
              <a:ext cx="2816845" cy="2516382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F1CBC9F-6D8D-4BBF-8B8C-6E238D3ABC03}"/>
              </a:ext>
            </a:extLst>
          </p:cNvPr>
          <p:cNvGrpSpPr/>
          <p:nvPr userDrawn="1"/>
        </p:nvGrpSpPr>
        <p:grpSpPr>
          <a:xfrm rot="14367470">
            <a:off x="-2597499" y="3651877"/>
            <a:ext cx="4726180" cy="4075680"/>
            <a:chOff x="8799537" y="-1434852"/>
            <a:chExt cx="4726180" cy="407568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28DEB15-2C59-4173-A6C9-2570AE8685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rot="16010173">
              <a:off x="8649305" y="-1284620"/>
              <a:ext cx="2816845" cy="251638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9CCDE6B-9680-45C5-8106-DE56972ED7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rot="16010173">
              <a:off x="10859103" y="-25785"/>
              <a:ext cx="2816845" cy="2516382"/>
            </a:xfrm>
            <a:prstGeom prst="rect">
              <a:avLst/>
            </a:prstGeom>
          </p:spPr>
        </p:pic>
      </p:grp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BEDEE306-1F86-4B40-B6CC-0127FDFE5C05}"/>
              </a:ext>
            </a:extLst>
          </p:cNvPr>
          <p:cNvSpPr txBox="1">
            <a:spLocks/>
          </p:cNvSpPr>
          <p:nvPr userDrawn="1"/>
        </p:nvSpPr>
        <p:spPr>
          <a:xfrm>
            <a:off x="790492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07294D"/>
                </a:solidFill>
                <a:latin typeface="Futura Std Medium" panose="020B05020202040203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i="0" err="1">
                <a:latin typeface="Arial" panose="020B0604020202020204" pitchFamily="34" charset="0"/>
                <a:cs typeface="Arial" panose="020B0604020202020204" pitchFamily="34" charset="0"/>
              </a:rPr>
              <a:t>www.drexel.edu</a:t>
            </a:r>
            <a:r>
              <a:rPr lang="en-US" b="0" i="0">
                <a:latin typeface="Arial" panose="020B0604020202020204" pitchFamily="34" charset="0"/>
                <a:cs typeface="Arial" panose="020B0604020202020204" pitchFamily="34" charset="0"/>
              </a:rPr>
              <a:t>/engineering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48C627-A2E9-48A6-9894-431A2284AAFE}"/>
              </a:ext>
            </a:extLst>
          </p:cNvPr>
          <p:cNvSpPr/>
          <p:nvPr userDrawn="1"/>
        </p:nvSpPr>
        <p:spPr>
          <a:xfrm>
            <a:off x="12019722" y="6435236"/>
            <a:ext cx="27432" cy="207352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790BAD4-4E87-4722-B8C5-93AB3B4C80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" y="6151479"/>
            <a:ext cx="1805874" cy="49048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591FAC3-D3EB-4A5F-A4CF-7E94D213F78E}"/>
              </a:ext>
            </a:extLst>
          </p:cNvPr>
          <p:cNvSpPr/>
          <p:nvPr userDrawn="1"/>
        </p:nvSpPr>
        <p:spPr>
          <a:xfrm>
            <a:off x="-1432400" y="6870033"/>
            <a:ext cx="13624400" cy="31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77EF83-D351-41F5-AD4A-1D1FE27B332F}"/>
              </a:ext>
            </a:extLst>
          </p:cNvPr>
          <p:cNvSpPr/>
          <p:nvPr userDrawn="1"/>
        </p:nvSpPr>
        <p:spPr>
          <a:xfrm>
            <a:off x="-561474" y="-336883"/>
            <a:ext cx="534972" cy="7482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029EA8-976A-41BC-B8B0-EEFDF7E9DE15}"/>
              </a:ext>
            </a:extLst>
          </p:cNvPr>
          <p:cNvSpPr/>
          <p:nvPr userDrawn="1"/>
        </p:nvSpPr>
        <p:spPr>
          <a:xfrm>
            <a:off x="-1331496" y="-348916"/>
            <a:ext cx="13496063" cy="31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72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BF237-00CF-E54A-B379-FC407A57B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93193"/>
            <a:ext cx="10515600" cy="1316736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52DBE39-E3FC-4576-8EE9-295AA37B579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1792288"/>
            <a:ext cx="10515600" cy="4170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24483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5EBF-04B4-D941-9EF2-619E6EFCE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16F7D-277A-714B-8BFC-30D16455C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>
              <a:lnSpc>
                <a:spcPct val="110000"/>
              </a:lnSpc>
              <a:defRPr sz="2000"/>
            </a:lvl2pPr>
            <a:lvl3pPr>
              <a:lnSpc>
                <a:spcPct val="110000"/>
              </a:lnSpc>
              <a:defRPr sz="18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6560E-5CDD-4941-AE89-7C8889E41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16654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F025F-E450-204D-A503-F9887366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50592" y="6356350"/>
            <a:ext cx="7479792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86B2695-47CA-4343-AC6D-A9F70CFBFE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F85EBF-04B4-D941-9EF2-619E6EFCE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16F7D-277A-714B-8BFC-30D16455C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>
              <a:lnSpc>
                <a:spcPct val="110000"/>
              </a:lnSpc>
              <a:defRPr sz="2000"/>
            </a:lvl2pPr>
            <a:lvl3pPr>
              <a:lnSpc>
                <a:spcPct val="110000"/>
              </a:lnSpc>
              <a:defRPr sz="18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6560E-5CDD-4941-AE89-7C8889E41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ct val="110000"/>
              </a:lnSpc>
              <a:buClr>
                <a:srgbClr val="FFC000"/>
              </a:buClr>
              <a:buFont typeface="Wingdings" panose="05000000000000000000" pitchFamily="2" charset="2"/>
              <a:defRPr lang="en-US" sz="24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0852C6-AC63-46F9-B4FD-C257987C1F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810125" y="1494451"/>
            <a:ext cx="5362075" cy="23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774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9323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38DD-F447-9844-860E-ED6644B2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1404D-590E-CF48-8B34-3758A09E3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C4B97-7C53-7145-BED0-2A2E1624E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233363" indent="-2333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§"/>
              <a:defRPr lang="en-US" sz="2400" kern="1200" dirty="0" smtClean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574675" indent="-2333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862013" indent="-2333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§"/>
              <a:defRPr lang="en-US" sz="1800" kern="1200" dirty="0" smtClean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084263" indent="-1698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§"/>
              <a:defRPr lang="en-US" sz="1800" kern="1200" dirty="0" smtClean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1371600" indent="-1698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§"/>
              <a:defRPr lang="en-US" sz="1800" kern="1200" dirty="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809AAF-F9F4-4733-B3E2-B7BDEE117C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38090" r="15706"/>
          <a:stretch/>
        </p:blipFill>
        <p:spPr>
          <a:xfrm>
            <a:off x="4708965" y="0"/>
            <a:ext cx="7483035" cy="187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79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77E51-A4AB-944F-8C05-35DC8C1D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532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45C9A-D0F5-C049-AF62-DC16D1573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2246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9A86D-DC69-9444-B061-6B169B34E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45322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E83CE2-EF29-47D6-810B-0B1D41D427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l="27020" t="38090" r="154"/>
          <a:stretch/>
        </p:blipFill>
        <p:spPr>
          <a:xfrm>
            <a:off x="529388" y="-1"/>
            <a:ext cx="6464993" cy="187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0248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7BEC7-06EA-904B-A828-06B8A7765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BB3ABE-932B-1D4B-A360-C401D6B88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FA09F-63AE-D641-AA20-E3DBA21BA7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09044D-C688-4448-ACFB-663DEE8049E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26B0C-2CF8-AF48-8C1B-79F9953B4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B6B29-E720-1047-8DF9-38736791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86B2695-47CA-4343-AC6D-A9F70CFB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440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CF3806-88EA-0B49-8F9D-62EA36ACE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88DA1-57C4-A44C-85C1-9F77F5DD4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62A60-82BE-BE43-BB93-47B449618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09044D-C688-4448-ACFB-663DEE8049E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947F0-AD08-6E47-B5A4-D976BAA73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96E38-BF8A-5C4F-9006-2E7D0B905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86B2695-47CA-4343-AC6D-A9F70CFB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7F74A5-4145-D949-B2E2-6A0E8856A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65C30-CF26-404B-B856-E403CEE57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779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0" r:id="rId4"/>
    <p:sldLayoutId id="2147483654" r:id="rId5"/>
    <p:sldLayoutId id="2147483653" r:id="rId6"/>
    <p:sldLayoutId id="2147483655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416F"/>
          </a:solidFill>
          <a:latin typeface="Segoe UI Semilight" panose="020B0402040204020203" pitchFamily="34" charset="0"/>
          <a:ea typeface="+mj-ea"/>
          <a:cs typeface="Segoe UI Semilight" panose="020B04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rgbClr val="FFC000"/>
        </a:buClr>
        <a:buFont typeface="Wingdings" panose="05000000000000000000" pitchFamily="2" charset="2"/>
        <a:buChar char="§"/>
        <a:defRPr sz="2400" kern="1200">
          <a:solidFill>
            <a:srgbClr val="00416F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rgbClr val="FFC000"/>
        </a:buClr>
        <a:buFont typeface="Wingdings" panose="05000000000000000000" pitchFamily="2" charset="2"/>
        <a:buChar char="§"/>
        <a:defRPr sz="2000" kern="1200">
          <a:solidFill>
            <a:srgbClr val="00416F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rgbClr val="FFC000"/>
        </a:buClr>
        <a:buFont typeface="Wingdings" panose="05000000000000000000" pitchFamily="2" charset="2"/>
        <a:buChar char="§"/>
        <a:defRPr sz="1800" kern="1200">
          <a:solidFill>
            <a:srgbClr val="00416F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rgbClr val="FFC000"/>
        </a:buClr>
        <a:buFont typeface="Wingdings" panose="05000000000000000000" pitchFamily="2" charset="2"/>
        <a:buChar char="§"/>
        <a:defRPr sz="1600" kern="1200">
          <a:solidFill>
            <a:srgbClr val="00416F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rgbClr val="FFC000"/>
        </a:buClr>
        <a:buFont typeface="Wingdings" panose="05000000000000000000" pitchFamily="2" charset="2"/>
        <a:buChar char="§"/>
        <a:defRPr sz="1600" kern="1200">
          <a:solidFill>
            <a:srgbClr val="00416F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1B28F-F332-5B4F-9975-07C74110C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D0A10-8010-BA46-844C-4219B9D98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5029525-CF9F-C94D-8F8B-E23FE4B909B5}"/>
              </a:ext>
            </a:extLst>
          </p:cNvPr>
          <p:cNvSpPr txBox="1">
            <a:spLocks/>
          </p:cNvSpPr>
          <p:nvPr userDrawn="1"/>
        </p:nvSpPr>
        <p:spPr>
          <a:xfrm>
            <a:off x="790492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07294D"/>
                </a:solidFill>
                <a:latin typeface="Futura Std Medium" panose="020B05020202040203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i="0" err="1">
                <a:latin typeface="Arial" panose="020B0604020202020204" pitchFamily="34" charset="0"/>
                <a:cs typeface="Arial" panose="020B0604020202020204" pitchFamily="34" charset="0"/>
              </a:rPr>
              <a:t>www.drexel.edu</a:t>
            </a:r>
            <a:r>
              <a:rPr lang="en-US" b="0" i="0">
                <a:latin typeface="Arial" panose="020B0604020202020204" pitchFamily="34" charset="0"/>
                <a:cs typeface="Arial" panose="020B0604020202020204" pitchFamily="34" charset="0"/>
              </a:rPr>
              <a:t>/engineering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CFC36F-E2D3-DC4D-A6CA-EB797C039616}"/>
              </a:ext>
            </a:extLst>
          </p:cNvPr>
          <p:cNvSpPr/>
          <p:nvPr userDrawn="1"/>
        </p:nvSpPr>
        <p:spPr>
          <a:xfrm>
            <a:off x="12019722" y="6435236"/>
            <a:ext cx="27432" cy="207352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6F76C9-87BB-EE4E-A841-0F83376BD0FF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20" y="6151479"/>
            <a:ext cx="1805874" cy="4904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DF22E4-9AA1-6446-AFAD-F2473F904531}"/>
              </a:ext>
            </a:extLst>
          </p:cNvPr>
          <p:cNvSpPr/>
          <p:nvPr userDrawn="1"/>
        </p:nvSpPr>
        <p:spPr>
          <a:xfrm>
            <a:off x="0" y="0"/>
            <a:ext cx="447040" cy="68580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1EEA55-F3FB-124F-A5A0-C2D77D79A413}"/>
              </a:ext>
            </a:extLst>
          </p:cNvPr>
          <p:cNvSpPr/>
          <p:nvPr userDrawn="1"/>
        </p:nvSpPr>
        <p:spPr>
          <a:xfrm>
            <a:off x="-111760" y="-50800"/>
            <a:ext cx="558800" cy="7040880"/>
          </a:xfrm>
          <a:prstGeom prst="rect">
            <a:avLst/>
          </a:prstGeom>
          <a:noFill/>
          <a:ln>
            <a:solidFill>
              <a:srgbClr val="07294D">
                <a:alpha val="4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91B717-D0EE-460F-BBDD-E5F4512F299D}"/>
              </a:ext>
            </a:extLst>
          </p:cNvPr>
          <p:cNvSpPr/>
          <p:nvPr userDrawn="1"/>
        </p:nvSpPr>
        <p:spPr>
          <a:xfrm>
            <a:off x="-116516" y="-78508"/>
            <a:ext cx="633753" cy="7040880"/>
          </a:xfrm>
          <a:prstGeom prst="rect">
            <a:avLst/>
          </a:prstGeom>
          <a:noFill/>
          <a:ln>
            <a:solidFill>
              <a:srgbClr val="07294D">
                <a:alpha val="4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90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1" r:id="rId2"/>
    <p:sldLayoutId id="2147483662" r:id="rId3"/>
    <p:sldLayoutId id="2147483685" r:id="rId4"/>
    <p:sldLayoutId id="2147483663" r:id="rId5"/>
    <p:sldLayoutId id="2147483664" r:id="rId6"/>
    <p:sldLayoutId id="214748368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416F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C000"/>
        </a:buClr>
        <a:buFont typeface="Wingdings" panose="05000000000000000000" pitchFamily="2" charset="2"/>
        <a:buChar char="§"/>
        <a:defRPr sz="2800" kern="1200">
          <a:solidFill>
            <a:srgbClr val="00416F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C000"/>
        </a:buClr>
        <a:buFont typeface="Wingdings" panose="05000000000000000000" pitchFamily="2" charset="2"/>
        <a:buChar char="§"/>
        <a:defRPr sz="2400" kern="1200">
          <a:solidFill>
            <a:srgbClr val="00416F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C000"/>
        </a:buClr>
        <a:buFont typeface="Wingdings" panose="05000000000000000000" pitchFamily="2" charset="2"/>
        <a:buChar char="§"/>
        <a:defRPr sz="2000" kern="1200">
          <a:solidFill>
            <a:srgbClr val="00416F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C000"/>
        </a:buClr>
        <a:buFont typeface="Wingdings" panose="05000000000000000000" pitchFamily="2" charset="2"/>
        <a:buChar char="§"/>
        <a:defRPr sz="1800" kern="1200">
          <a:solidFill>
            <a:srgbClr val="00416F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C000"/>
        </a:buClr>
        <a:buFont typeface="Wingdings" panose="05000000000000000000" pitchFamily="2" charset="2"/>
        <a:buChar char="§"/>
        <a:defRPr sz="1800" kern="1200">
          <a:solidFill>
            <a:srgbClr val="00416F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7212-373A-A941-876D-02CAED3F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4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ptos Narrow" panose="020B0004020202020204" pitchFamily="34" charset="0"/>
              </a:rPr>
              <a:t>Community-Driven Air Quality, Heat, and Humidity Mitigation in EJ Neighborhoods of Philadelphia </a:t>
            </a:r>
            <a:r>
              <a:rPr lang="en-US" sz="2600" b="0" dirty="0">
                <a:solidFill>
                  <a:schemeClr val="bg1">
                    <a:lumMod val="50000"/>
                  </a:schemeClr>
                </a:solidFill>
                <a:latin typeface="Aptos Narrow" panose="020B0004020202020204" pitchFamily="34" charset="0"/>
              </a:rPr>
              <a:t>(Michael Waring, Drexel)</a:t>
            </a:r>
            <a:endParaRPr lang="en-US" sz="2200" b="0" dirty="0">
              <a:solidFill>
                <a:schemeClr val="bg1">
                  <a:lumMod val="50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4DC6F-8C12-1C47-833F-C3F0C5415B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57639" y="6383453"/>
            <a:ext cx="5262083" cy="310919"/>
          </a:xfrm>
        </p:spPr>
        <p:txBody>
          <a:bodyPr/>
          <a:lstStyle/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Civil, Architectural and Environmental Engineering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67E563-B713-5D41-8877-F38D57CE7B3E}"/>
              </a:ext>
            </a:extLst>
          </p:cNvPr>
          <p:cNvSpPr txBox="1">
            <a:spLocks/>
          </p:cNvSpPr>
          <p:nvPr/>
        </p:nvSpPr>
        <p:spPr>
          <a:xfrm>
            <a:off x="838200" y="1555914"/>
            <a:ext cx="10659533" cy="443848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rgbClr val="FFC000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FFC000"/>
              </a:buClr>
              <a:buFont typeface="Wingdings" panose="05000000000000000000" pitchFamily="2" charset="2"/>
              <a:buChar char="§"/>
              <a:defRPr sz="1600" kern="1200">
                <a:solidFill>
                  <a:srgbClr val="00416F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Goal: </a:t>
            </a:r>
            <a:r>
              <a:rPr lang="en-US" sz="2000" dirty="0"/>
              <a:t>Partner with community-based organizations (CBOs) to reduce environmental burdens in homes and neighborhoods, with priority focus on PM</a:t>
            </a:r>
            <a:r>
              <a:rPr lang="en-US" sz="2000" baseline="-25000" dirty="0"/>
              <a:t>2.5</a:t>
            </a:r>
            <a:r>
              <a:rPr lang="en-US" sz="2000" dirty="0"/>
              <a:t> exposure reduction</a:t>
            </a:r>
          </a:p>
          <a:p>
            <a:r>
              <a:rPr lang="en-US" sz="2000" b="1" dirty="0"/>
              <a:t>What We Will Do:</a:t>
            </a:r>
          </a:p>
          <a:p>
            <a:pPr lvl="1"/>
            <a:r>
              <a:rPr lang="en-US" sz="1600" dirty="0"/>
              <a:t>Deploy sensors in ~100 households and 50 outdoor sites to monitor PM</a:t>
            </a:r>
            <a:r>
              <a:rPr lang="en-US" sz="1600" baseline="-25000" dirty="0"/>
              <a:t>2.5</a:t>
            </a:r>
            <a:r>
              <a:rPr lang="en-US" sz="1600" dirty="0"/>
              <a:t>, temperature, and humidity</a:t>
            </a:r>
          </a:p>
          <a:p>
            <a:pPr lvl="1"/>
            <a:r>
              <a:rPr lang="en-US" sz="1600" dirty="0"/>
              <a:t>Build predictive models to estimate and project exposure reductions via different interventions</a:t>
            </a:r>
          </a:p>
          <a:p>
            <a:pPr lvl="1"/>
            <a:r>
              <a:rPr lang="en-US" sz="1600" dirty="0"/>
              <a:t>Distribute Corsi–Rosenthal Boxes and discuss behavioral changes to reduce indoor air pollution</a:t>
            </a:r>
          </a:p>
          <a:p>
            <a:pPr lvl="1"/>
            <a:r>
              <a:rPr lang="en-US" sz="1600" dirty="0"/>
              <a:t>Develop real-time alerts (via SMS) to guide protective actions that reduce environmental burdens</a:t>
            </a:r>
          </a:p>
          <a:p>
            <a:pPr lvl="1"/>
            <a:r>
              <a:rPr lang="en-US" sz="1600" dirty="0"/>
              <a:t>Train residents and youth “Air Stewards” to assist with sensor placement and use data for action</a:t>
            </a:r>
          </a:p>
          <a:p>
            <a:r>
              <a:rPr lang="en-US" sz="2000" b="1" dirty="0"/>
              <a:t>Partnership Approach:</a:t>
            </a:r>
          </a:p>
          <a:p>
            <a:pPr lvl="1"/>
            <a:r>
              <a:rPr lang="en-US" sz="1600" dirty="0"/>
              <a:t>Work hand-in-hand with CBO partners through listening sessions, training, and youth engagement to ensure the project meets local priorities in each of four EJ neighborhoods</a:t>
            </a:r>
          </a:p>
          <a:p>
            <a:pPr lvl="1"/>
            <a:r>
              <a:rPr lang="en-US" sz="1600" dirty="0"/>
              <a:t>CBOs = Global Thinking Initiatives Inc. (Haddington), Point Breeze Community Network Plus (Point Breeze), Empowered CDC (</a:t>
            </a:r>
            <a:r>
              <a:rPr lang="en-US" sz="1600" dirty="0" err="1"/>
              <a:t>Kingsessing</a:t>
            </a:r>
            <a:r>
              <a:rPr lang="en-US" sz="1600" dirty="0"/>
              <a:t>), and Residents Organized for Advocacy and Direction (Grays Ferry)</a:t>
            </a:r>
          </a:p>
        </p:txBody>
      </p:sp>
    </p:spTree>
    <p:extLst>
      <p:ext uri="{BB962C8B-B14F-4D97-AF65-F5344CB8AC3E}">
        <p14:creationId xmlns:p14="http://schemas.microsoft.com/office/powerpoint/2010/main" val="4012979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904649f-a958-4a65-b705-8b69e54be69d">
      <Terms xmlns="http://schemas.microsoft.com/office/infopath/2007/PartnerControls"/>
    </lcf76f155ced4ddcb4097134ff3c332f>
    <TaxCatchAll xmlns="5c24cd20-0d5d-417d-a0de-af7ca42bcda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3FB134BD688F4BBF599D523581080E" ma:contentTypeVersion="10" ma:contentTypeDescription="Create a new document." ma:contentTypeScope="" ma:versionID="5c738532b5d99ca0ae2b0e045ad81382">
  <xsd:schema xmlns:xsd="http://www.w3.org/2001/XMLSchema" xmlns:xs="http://www.w3.org/2001/XMLSchema" xmlns:p="http://schemas.microsoft.com/office/2006/metadata/properties" xmlns:ns2="7904649f-a958-4a65-b705-8b69e54be69d" xmlns:ns3="5c24cd20-0d5d-417d-a0de-af7ca42bcdaa" targetNamespace="http://schemas.microsoft.com/office/2006/metadata/properties" ma:root="true" ma:fieldsID="ba4966b8d200761154efbca4496cc435" ns2:_="" ns3:_="">
    <xsd:import namespace="7904649f-a958-4a65-b705-8b69e54be69d"/>
    <xsd:import namespace="5c24cd20-0d5d-417d-a0de-af7ca42bcd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04649f-a958-4a65-b705-8b69e54be6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dc656b0-98d7-492e-824b-0841517da8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24cd20-0d5d-417d-a0de-af7ca42bcda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85a3dd9-420e-4059-bab8-67d189beb6f1}" ma:internalName="TaxCatchAll" ma:showField="CatchAllData" ma:web="5c24cd20-0d5d-417d-a0de-af7ca42bcd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2BC388-FBF6-4595-9309-127F505C2D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E4D064-FBD1-43D3-806E-95D671449C10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555d8098-459d-47a7-aa95-6f36f4ced647"/>
    <ds:schemaRef ds:uri="790d4226-eeb0-40d9-ae68-c5df4a93320c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4133D60-44E9-4858-80B7-08DF8F2804AD}"/>
</file>

<file path=docProps/app.xml><?xml version="1.0" encoding="utf-8"?>
<Properties xmlns="http://schemas.openxmlformats.org/officeDocument/2006/extended-properties" xmlns:vt="http://schemas.openxmlformats.org/officeDocument/2006/docPropsVTypes">
  <TotalTime>25014</TotalTime>
  <Words>199</Words>
  <Application>Microsoft Macintosh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Wingdings</vt:lpstr>
      <vt:lpstr>Segoe UI</vt:lpstr>
      <vt:lpstr>Aptos Narrow</vt:lpstr>
      <vt:lpstr>Arial</vt:lpstr>
      <vt:lpstr>Segoe UI Semilight</vt:lpstr>
      <vt:lpstr>Lato</vt:lpstr>
      <vt:lpstr>Futura Std Condensed</vt:lpstr>
      <vt:lpstr>Miller Text</vt:lpstr>
      <vt:lpstr>Georgia</vt:lpstr>
      <vt:lpstr>Calibri</vt:lpstr>
      <vt:lpstr>Segoe UI Semibold</vt:lpstr>
      <vt:lpstr>Office Theme</vt:lpstr>
      <vt:lpstr>Custom Design</vt:lpstr>
      <vt:lpstr>Community-Driven Air Quality, Heat, and Humidity Mitigation in EJ Neighborhoods of Philadelphia (Michael Waring, Drexel)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Emory, Lukas</dc:creator>
  <cp:lastModifiedBy>Waring,Michael</cp:lastModifiedBy>
  <cp:revision>222</cp:revision>
  <dcterms:created xsi:type="dcterms:W3CDTF">2020-08-26T16:18:45Z</dcterms:created>
  <dcterms:modified xsi:type="dcterms:W3CDTF">2025-09-26T14:34:53Z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0x010100993FB134BD688F4BBF599D523581080E</vt:lpwstr>
  </property>
</Properties>
</file>